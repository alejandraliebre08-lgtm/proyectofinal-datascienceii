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Regresión Lineal</c:v>
                  </c:pt>
                  <c:pt idx="2">
                    <c:v>RF Optimizado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0.9392</c:v>
                </c:pt>
                <c:pt idx="1">
                  <c:v>0.9444</c:v>
                </c:pt>
                <c:pt idx="2">
                  <c:v>0.9278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Salarial 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y Ciencia de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Machine Learning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2834640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 Liebre  |  Comisión 86415  | 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- Data Science II  |  Coderhouse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10.345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560320" cy="1280160"/>
          </a:xfrm>
          <a:prstGeom prst="rect">
            <a:avLst/>
          </a:prstGeom>
          <a:solidFill>
            <a:srgbClr val="0D7A5E"/>
          </a:solidFill>
          <a:ln w="12700">
            <a:solidFill>
              <a:srgbClr val="0D7A5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56032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mejor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salarios en IA/DS con información de países, roles, experiencia y habilidades técnicas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entrenaron 3 modelos: Random Forest, Regresión Lineal y Random Forest Optimizado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Lineal resultó el mejor modelo con MAE de $6,008 USD (5.3% de error promedio)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desigualdades salariales por país, experiencia y habilidades técnicas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OBJETIVO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salario de profesionales en IA/DS a partir de su perfil laboral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factores que más impactan en la remuneración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desigualdades salariales por país y experiencia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EBF5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EDA para identificar patrones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ingeniería de atributos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 comparar modelos ML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hiperparámetros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mejor modelo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HALLAZGOS DEL 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y Salario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directa: Senior gana ~$45,000 más que Entry. Mayor experiencia = mayor salario.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73152" cy="1554480"/>
          </a:xfrm>
          <a:prstGeom prst="rect">
            <a:avLst/>
          </a:prstGeom>
          <a:solidFill>
            <a:srgbClr val="0D7A5E"/>
          </a:solidFill>
          <a:ln w="12700">
            <a:solidFill>
              <a:srgbClr val="0D7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por País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($121,970), Australia ($121,483) y USA ($121,205) lideran salarios en ML.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73152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98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Técnicas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y Deep Learning generan mayor impacto salarial. Dataset sin valores nulos ni duplicados.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73152" cy="1554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98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Limpio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10.345 registros, 19 variables, 0 valores nulos y 0 duplicados. Distribución salarial simétrica.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MODELOS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Regresión 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Optimizado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2880360"/>
          <a:ext cx="8229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Lineal fue el mejor modelo con R² 0.9444 y MAE $6,008 USD, explicando el 94.4% de la variabilidad salarial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laboral es el factor más determinante: Senior gana ~$45,000 más que Entry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Singapore, Australia y USA lideran los salarios para profesionales con habilidades en 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y Deep Learning son las habilidades técnicas con mayor impacto salarial en el sector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diferencias geográficas persisten incluso controlando por experiencia y rol profesional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 Liebre  |  Data Science II  |  Coderhouse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Salarial - Data Science II</dc:title>
  <dc:subject>PptxGenJS Presentation</dc:subject>
  <dc:creator>PptxGenJS</dc:creator>
  <cp:lastModifiedBy>PptxGenJS</cp:lastModifiedBy>
  <cp:revision>1</cp:revision>
  <dcterms:created xsi:type="dcterms:W3CDTF">2026-05-20T01:53:45Z</dcterms:created>
  <dcterms:modified xsi:type="dcterms:W3CDTF">2026-05-20T01:53:45Z</dcterms:modified>
</cp:coreProperties>
</file>